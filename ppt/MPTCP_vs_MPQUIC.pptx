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Sender Throughput (Mbps)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95.4</c:v>
                </c:pt>
                <c:pt idx="1">
                  <c:v>52.5</c:v>
                </c:pt>
                <c:pt idx="2">
                  <c:v>42.2</c:v>
                </c:pt>
                <c:pt idx="3">
                  <c:v>79.9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cons/gitbranch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321040" y="9144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659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PROJECT · MULTIPATH TRANSPORT PROTOCOLS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MPTCP vs MP-QUIC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649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Multipath Transport Protocols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41248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434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Rathi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24110290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Krina Paghadar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24110169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Kumar Dhakar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24110277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Swamini More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24110211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5074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 &amp; SCOPE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16152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581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MULTIPATH?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47672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— tolerate a path failure without dropping the connection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— combine bandwidth across simultaneously active paths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driver — mobile devices with Wi-Fi + cellular, dual-uplink servers, datacenter multi-homing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3258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19672" y="1581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1947672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MPTCP and MP-QUIC for video streaming, file transfer, and VoIP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throughput, latency (RTT / jitter), and connection stability under controlled conditions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each protocol handles packet loss and congestion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protocol/scheduler by application need — not a single universal winner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434340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4544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86460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was fully implemented and measured across four controlled experiments (symmetric paths, asymmetric paths, packet loss, and mid-transfer path failure). MP-QUIC experiments were designed with an identical, mirrored topology for direct comparability — execution and measurement were still in progress within the project's two-week window (see Challenges Faced, slide 5). Where MP-QUIC results are not yet our own, comparisons draw on published literature, clearly marked as such.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vs MP-QUIC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/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5074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DESIGN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16152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Mechanism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— KERNEL-LEVEL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MP_CAPABLE handshake negotiates multipath support (HMAC-SHA256 proof)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MP_JOIN adds a subflow: token + nonce + HMAC prove it belongs to the connection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manager opens subflows; kernel scheduler assigns packets by per-path RTT / cwnd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“must resemble TCP on the wire” for middlebox compatibility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5352" y="13258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19672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MP-QUIC — LIBRARY-LEVEL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187452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 validated independently via PATH_CHALLENGE / PATH_RESPONSE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Per-path RTT + cwnd drive a MinRTT-style scheduler — no cross-path coupled window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over UDP; multipath logic lives in the library (e.g. TQUIC), not the OS kernel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 is probe-driven, not TCP's RTO-based subflow timeout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886200"/>
            <a:ext cx="1127455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4050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 — MIRRORED FOR BOTH PROTOCOLS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448056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480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692640" y="448056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92640" y="4480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468880" y="4645152"/>
            <a:ext cx="72237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08960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50 Mbps / 10 ms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68880" y="5047488"/>
            <a:ext cx="7223760" cy="0"/>
          </a:xfrm>
          <a:prstGeom prst="line">
            <a:avLst/>
          </a:prstGeom>
          <a:noFill/>
          <a:ln w="31750">
            <a:solidFill>
              <a:srgbClr val="C1666B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3108960" y="5102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varied per experiment (5-50 Mbps, 10-80 ms, 0-3% loss, or failed)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Mininet + NetEm (topology &amp; impairment)   ·   iproute2 (MPTCP subflow / path control)   ·   iperf3 (throughput)   ·   Wireshark (packet capture)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vs MP-QUIC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3856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5074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IMPLEMENTATION &amp; RESULTS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16152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Extension, Issues &amp; Evaluation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07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— MEASURED (4 EXPERIMENTS)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6400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48840"/>
                <a:gridCol w="1234440"/>
                <a:gridCol w="132588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(S/R, Mbps)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Path 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E1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Symmetric (50/10 both paths)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95.4 / 93.6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50% / 50%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As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E2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Asymmetric (50/10 vs 5/80)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52.5 / 51.2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91% / 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As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E3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+ 3% loss on Path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42.2 / 41.6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98% / 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As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E4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Path 2 fails mid-transfer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79.9 / 78.5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273B"/>
                          </a:solidFill>
                        </a:rPr>
                        <a:t>survives, ~1-3s recovery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As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17804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THROUGHPUT BY EXPERIMENT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40880" y="1481328"/>
          <a:ext cx="4663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3913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MP-QUIC — EXPERIMENTAL DESIGN (MIRRORED, IN PROGRESS)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57200" y="4206240"/>
            <a:ext cx="112745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166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4370832"/>
            <a:ext cx="10698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topology &amp; parameters mirrored 1:1 onto MP-QUIC (E1-E4, plus an optional scheduler-comparison run E5)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prediction: a MinRTT-style scheduler has no cross-path fairness coupling, so the Path-1/Path-2 skew is expected to be sharper than MPTCP's in asymmetric runs (E2, E3)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 (E4) is expected to take slightly longer than MPTCP's measured ~1-3s, since PATH_CHALLENGE / PATH_RESPONSE validation adds a round trip before failover is confirmed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designed and ready to run; execution/measurement in progress at time of submission — see Challenges Faced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vs MP-QUIC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33856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5074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QUALITY ATTRIBUTES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16152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Testing Parameters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3383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MPTCP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MP-QUIC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Performance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(throughput / RTT / jitter)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Near-linear aggregation on symmetric paths; skews toward the better path when asymmetric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Similar aggregation expected; sharper skew predicted (no coupled window)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C7293"/>
                          </a:solidFill>
                        </a:rPr>
                        <a:t>Measured / Predicted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Reliability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(path-failure tolerance)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Survives path loss; RTO-based detection, ~1-3s recovery (measured)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Survives path loss; probe-based (PATH_CHALLENGE) detection, expected slightly slower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C7293"/>
                          </a:solidFill>
                        </a:rPr>
                        <a:t>Measured / Literature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Scalability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(adding more paths)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Per-subflow kernel state; path manager overhead grows with subflow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Paths are library-level over UDP; generally cheaper to add than kernel subflows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C7293"/>
                          </a:solidFill>
                        </a:rPr>
                        <a:t>Literature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Fairness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(vs. single-path TCP)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Coupled congestion control (LIA / OLIA / BALIA) protects shared-bottleneck fairness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No IETF-standardized coupling yet; fairness behavior is library-specific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C7293"/>
                          </a:solidFill>
                        </a:rPr>
                        <a:t>Literature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Compatibility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(middlebox traversal)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TCP-options-based; fragile where middleboxes strip unknown options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UDP-based; generally more middlebox-friendly, though some networks throttle UDP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C7293"/>
                          </a:solidFill>
                        </a:rPr>
                        <a:t>Literature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every dimension, the two protocols make different trade-offs — neither dominates the other outright.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vs MP-QUIC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33856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C1666B"/>
          </a:solidFill>
          <a:ln/>
        </p:spPr>
      </p:sp>
      <p:pic>
        <p:nvPicPr>
          <p:cNvPr id="3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5074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LESSONS FROM THE FIELD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16152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Kernel-level MPTCP configuration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848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Path-manager modes, per-subflow limits, and sysctls needed careful tuning — very different from configuring a userspace library.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3716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19672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directly comparable topology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20848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identical Mininet/NetEm parameters (bandwidth, delay, loss) across a kernel stack (MPTCP) and a userspace library (MP-QUIC) so results stay comparable.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Two-week timeline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325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experiments (E1-E4) were completed and validated. MP-QUIC experiments were fully designed and mirrored, but execution/measurement was still in progress at submission.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45352" y="36118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19672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 heterogeneity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6519672" y="4325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MPTCP's kernel scheduler and MP-QUIC library schedulers (e.g., TQUIC's MinRTT / Redundant) are not standardized the same way, complicating a strict apples-to-apples comparison.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vs MP-QUIC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5074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PUTTING IT TOGETHER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16152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Summary &amp; Recommendations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12745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270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MPTCP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MP-QUIC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Throughput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Single path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Aggregates paths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(measured)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Single path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Aggregates paths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(literature)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Failure tolerance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None — connection drops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Survives, RTO-based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(~1-3s, measured)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Fast reconnect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Survives, probe-based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(literature)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273B"/>
                          </a:solidFill>
                        </a:rPr>
                        <a:t>Middlebox compatibility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High (ubiquitous)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1666B"/>
                          </a:solidFill>
                        </a:rPr>
                        <a:t>Fragile — TCP-options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1666B"/>
                          </a:solidFill>
                        </a:rPr>
                        <a:t>can be stripped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Generally good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(UDP-based)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Generally good, but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3B"/>
                          </a:solidFill>
                        </a:rPr>
                        <a:t>UDP can be throttled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931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BY APPLICATION — NO SINGLE PROTOCOL WINS OUTRIGHT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427939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24306E"/>
          </a:solidFill>
          <a:ln w="12700">
            <a:solidFill>
              <a:srgbClr val="3A48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13232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Streaming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48646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low-latency, redundancy-aware scheduling to protect QoE against jitter and path-loss spikes.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70248" y="427939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24306E"/>
          </a:solidFill>
          <a:ln w="12700">
            <a:solidFill>
              <a:srgbClr val="3A48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2628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Transfer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48646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coupled throughput aggregation (MPTCP-style) to maximize bulk-transfer bandwidth.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83296" y="427939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24306E"/>
          </a:solidFill>
          <a:ln w="12700">
            <a:solidFill>
              <a:srgbClr val="3A48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339328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VoIP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8339328" y="48646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redundant multipath scheduling (either protocol) — trading bandwidth for resilience against loss/jitter.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MPTCP vs MP-QUIC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33856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2026-09-10T18:46:27Z</dcterms:created>
  <dcterms:modified xsi:type="dcterms:W3CDTF">2026-09-10T18:46:27Z</dcterms:modified>
</cp:coreProperties>
</file>